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9fba7706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9fba770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9fba7706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9fba7706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9fba7706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9fba7706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9fba770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9fba770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9fba7706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9fba7706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9fba7706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9fba7706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9fba7706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9fba7706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9fba7706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9fba7706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9fba7706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9fba7706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9fba7706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9fba7706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9fba7706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9fba7706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9fba7706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9fba7706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4163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850" y="86600"/>
            <a:ext cx="5322449" cy="496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266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426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06" y="0"/>
            <a:ext cx="261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806" y="0"/>
            <a:ext cx="261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206" y="0"/>
            <a:ext cx="26183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06" y="0"/>
            <a:ext cx="261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806" y="0"/>
            <a:ext cx="261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206" y="0"/>
            <a:ext cx="26183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406" y="0"/>
            <a:ext cx="261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2806" y="0"/>
            <a:ext cx="261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206" y="0"/>
            <a:ext cx="26183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4250"/>
            <a:ext cx="8839204" cy="3155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18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573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8285" y="0"/>
            <a:ext cx="23725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28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573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185" y="0"/>
            <a:ext cx="23725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73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28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185" y="0"/>
            <a:ext cx="23725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73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285" y="0"/>
            <a:ext cx="237253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185" y="0"/>
            <a:ext cx="237253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5550"/>
            <a:ext cx="9144003" cy="4652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